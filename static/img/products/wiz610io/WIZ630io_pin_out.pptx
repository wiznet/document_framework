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A7D0A-2D93-44D2-BF70-E911EF8591C9}" v="5" dt="2025-11-04T06:35:40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훈 서" userId="bb3001989588ccef" providerId="LiveId" clId="{0BE899F1-8939-4910-A413-5DF32A8725F4}"/>
    <pc:docChg chg="undo custSel modSld">
      <pc:chgData name="지훈 서" userId="bb3001989588ccef" providerId="LiveId" clId="{0BE899F1-8939-4910-A413-5DF32A8725F4}" dt="2025-05-22T01:53:07.842" v="638"/>
      <pc:docMkLst>
        <pc:docMk/>
      </pc:docMkLst>
      <pc:sldChg chg="addSp delSp modSp mod">
        <pc:chgData name="지훈 서" userId="bb3001989588ccef" providerId="LiveId" clId="{0BE899F1-8939-4910-A413-5DF32A8725F4}" dt="2025-05-22T01:53:07.842" v="638"/>
        <pc:sldMkLst>
          <pc:docMk/>
          <pc:sldMk cId="771347366" sldId="256"/>
        </pc:sldMkLst>
      </pc:sldChg>
    </pc:docChg>
  </pc:docChgLst>
  <pc:docChgLst>
    <pc:chgData name="지훈 서" userId="bb3001989588ccef" providerId="LiveId" clId="{7507B268-BAA5-4FEC-8CD9-2A91ACE86592}"/>
    <pc:docChg chg="modSld">
      <pc:chgData name="지훈 서" userId="bb3001989588ccef" providerId="LiveId" clId="{7507B268-BAA5-4FEC-8CD9-2A91ACE86592}" dt="2025-07-21T07:59:47.952" v="6" actId="20577"/>
      <pc:docMkLst>
        <pc:docMk/>
      </pc:docMkLst>
      <pc:sldChg chg="modSp mod">
        <pc:chgData name="지훈 서" userId="bb3001989588ccef" providerId="LiveId" clId="{7507B268-BAA5-4FEC-8CD9-2A91ACE86592}" dt="2025-07-21T07:59:47.952" v="6" actId="20577"/>
        <pc:sldMkLst>
          <pc:docMk/>
          <pc:sldMk cId="771347366" sldId="256"/>
        </pc:sldMkLst>
      </pc:sldChg>
    </pc:docChg>
  </pc:docChgLst>
  <pc:docChgLst>
    <pc:chgData name="지훈 서" userId="bb3001989588ccef" providerId="LiveId" clId="{00F41C4A-46A3-4EAF-A377-45BDC5C3837F}"/>
    <pc:docChg chg="undo custSel modSld">
      <pc:chgData name="지훈 서" userId="bb3001989588ccef" providerId="LiveId" clId="{00F41C4A-46A3-4EAF-A377-45BDC5C3837F}" dt="2025-11-04T06:40:13.084" v="107" actId="14100"/>
      <pc:docMkLst>
        <pc:docMk/>
      </pc:docMkLst>
      <pc:sldChg chg="addSp delSp modSp mod">
        <pc:chgData name="지훈 서" userId="bb3001989588ccef" providerId="LiveId" clId="{00F41C4A-46A3-4EAF-A377-45BDC5C3837F}" dt="2025-11-04T06:40:13.084" v="107" actId="14100"/>
        <pc:sldMkLst>
          <pc:docMk/>
          <pc:sldMk cId="771347366" sldId="256"/>
        </pc:sldMkLst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4" creationId="{B642F50D-11BD-51A1-FD7F-BE03F3C8F237}"/>
          </ac:spMkLst>
        </pc:spChg>
        <pc:spChg chg="add mod">
          <ac:chgData name="지훈 서" userId="bb3001989588ccef" providerId="LiveId" clId="{00F41C4A-46A3-4EAF-A377-45BDC5C3837F}" dt="2025-11-04T06:33:36.659" v="51" actId="1076"/>
          <ac:spMkLst>
            <pc:docMk/>
            <pc:sldMk cId="771347366" sldId="256"/>
            <ac:spMk id="6" creationId="{03F393E1-6E33-021B-2DAE-68A5DE38C91F}"/>
          </ac:spMkLst>
        </pc:spChg>
        <pc:spChg chg="add mod">
          <ac:chgData name="지훈 서" userId="bb3001989588ccef" providerId="LiveId" clId="{00F41C4A-46A3-4EAF-A377-45BDC5C3837F}" dt="2025-11-04T06:34:32.204" v="74" actId="1076"/>
          <ac:spMkLst>
            <pc:docMk/>
            <pc:sldMk cId="771347366" sldId="256"/>
            <ac:spMk id="9" creationId="{CCC7E100-658D-1FD4-8F9C-B1A02683B204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12" creationId="{5942BED4-1CF0-FFBC-67AD-DF93D2A3B18E}"/>
          </ac:spMkLst>
        </pc:spChg>
        <pc:spChg chg="add mod">
          <ac:chgData name="지훈 서" userId="bb3001989588ccef" providerId="LiveId" clId="{00F41C4A-46A3-4EAF-A377-45BDC5C3837F}" dt="2025-11-04T06:39:03.565" v="105" actId="14100"/>
          <ac:spMkLst>
            <pc:docMk/>
            <pc:sldMk cId="771347366" sldId="256"/>
            <ac:spMk id="17" creationId="{FC141F81-8B47-EEFA-796D-0809BEE79967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29" creationId="{2F3625D2-DAA3-CD9E-B160-E8D3DE4750FA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33" creationId="{C0319AA2-FD91-E33E-9734-8E22C51EF6DF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39" creationId="{B9FBD0AC-04B5-8FD4-2D96-462A631DF907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43" creationId="{68D43E07-F6DB-D10C-FA86-68455548E781}"/>
          </ac:spMkLst>
        </pc:spChg>
        <pc:spChg chg="mod">
          <ac:chgData name="지훈 서" userId="bb3001989588ccef" providerId="LiveId" clId="{00F41C4A-46A3-4EAF-A377-45BDC5C3837F}" dt="2025-11-04T06:32:29.937" v="27" actId="20577"/>
          <ac:spMkLst>
            <pc:docMk/>
            <pc:sldMk cId="771347366" sldId="256"/>
            <ac:spMk id="48" creationId="{9A776207-28D1-5AB1-B1E4-12B901EDD307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50" creationId="{973BA74D-9398-D3EA-CE70-26B171DB7757}"/>
          </ac:spMkLst>
        </pc:spChg>
        <pc:spChg chg="mod">
          <ac:chgData name="지훈 서" userId="bb3001989588ccef" providerId="LiveId" clId="{00F41C4A-46A3-4EAF-A377-45BDC5C3837F}" dt="2025-11-04T06:36:15.295" v="100" actId="14100"/>
          <ac:spMkLst>
            <pc:docMk/>
            <pc:sldMk cId="771347366" sldId="256"/>
            <ac:spMk id="55" creationId="{3A469654-3DAD-BDF9-75F3-DD1883803C5A}"/>
          </ac:spMkLst>
        </pc:spChg>
        <pc:spChg chg="mod">
          <ac:chgData name="지훈 서" userId="bb3001989588ccef" providerId="LiveId" clId="{00F41C4A-46A3-4EAF-A377-45BDC5C3837F}" dt="2025-11-04T06:36:13.167" v="99" actId="14100"/>
          <ac:spMkLst>
            <pc:docMk/>
            <pc:sldMk cId="771347366" sldId="256"/>
            <ac:spMk id="56" creationId="{51D7D90D-7CE7-193D-6971-14F034055E65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59" creationId="{FB5EF013-F385-7E15-DDB3-F9059C915BB8}"/>
          </ac:spMkLst>
        </pc:spChg>
        <pc:spChg chg="mod">
          <ac:chgData name="지훈 서" userId="bb3001989588ccef" providerId="LiveId" clId="{00F41C4A-46A3-4EAF-A377-45BDC5C3837F}" dt="2025-11-04T06:40:13.084" v="107" actId="14100"/>
          <ac:spMkLst>
            <pc:docMk/>
            <pc:sldMk cId="771347366" sldId="256"/>
            <ac:spMk id="72" creationId="{9F0F4E6C-2FAC-8E01-16B7-A375D51B043E}"/>
          </ac:spMkLst>
        </pc:spChg>
        <pc:spChg chg="mod">
          <ac:chgData name="지훈 서" userId="bb3001989588ccef" providerId="LiveId" clId="{00F41C4A-46A3-4EAF-A377-45BDC5C3837F}" dt="2025-11-04T06:40:09.293" v="106" actId="1076"/>
          <ac:spMkLst>
            <pc:docMk/>
            <pc:sldMk cId="771347366" sldId="256"/>
            <ac:spMk id="121" creationId="{A44245F7-A3E3-1A3E-867C-3F19CE163A26}"/>
          </ac:spMkLst>
        </pc:spChg>
        <pc:spChg chg="mod">
          <ac:chgData name="지훈 서" userId="bb3001989588ccef" providerId="LiveId" clId="{00F41C4A-46A3-4EAF-A377-45BDC5C3837F}" dt="2025-11-04T06:40:13.084" v="107" actId="14100"/>
          <ac:spMkLst>
            <pc:docMk/>
            <pc:sldMk cId="771347366" sldId="256"/>
            <ac:spMk id="122" creationId="{5326F6E7-EE2D-80D8-5408-3D6566F70F94}"/>
          </ac:spMkLst>
        </pc:spChg>
        <pc:spChg chg="mod">
          <ac:chgData name="지훈 서" userId="bb3001989588ccef" providerId="LiveId" clId="{00F41C4A-46A3-4EAF-A377-45BDC5C3837F}" dt="2025-11-04T06:40:09.293" v="106" actId="1076"/>
          <ac:spMkLst>
            <pc:docMk/>
            <pc:sldMk cId="771347366" sldId="256"/>
            <ac:spMk id="123" creationId="{C26F6FF9-C6AD-E6C6-0A2E-73907679C7FB}"/>
          </ac:spMkLst>
        </pc:spChg>
        <pc:spChg chg="mod">
          <ac:chgData name="지훈 서" userId="bb3001989588ccef" providerId="LiveId" clId="{00F41C4A-46A3-4EAF-A377-45BDC5C3837F}" dt="2025-11-04T06:37:58.554" v="104" actId="20577"/>
          <ac:spMkLst>
            <pc:docMk/>
            <pc:sldMk cId="771347366" sldId="256"/>
            <ac:spMk id="124" creationId="{0163C16E-1E66-4991-10BF-06BC0BF9A872}"/>
          </ac:spMkLst>
        </pc:spChg>
        <pc:spChg chg="del mod">
          <ac:chgData name="지훈 서" userId="bb3001989588ccef" providerId="LiveId" clId="{00F41C4A-46A3-4EAF-A377-45BDC5C3837F}" dt="2025-11-04T06:36:10.439" v="98" actId="478"/>
          <ac:spMkLst>
            <pc:docMk/>
            <pc:sldMk cId="771347366" sldId="256"/>
            <ac:spMk id="126" creationId="{D565E341-F922-E72B-C38F-0B9BDB47B4F2}"/>
          </ac:spMkLst>
        </pc:spChg>
        <pc:spChg chg="del mod">
          <ac:chgData name="지훈 서" userId="bb3001989588ccef" providerId="LiveId" clId="{00F41C4A-46A3-4EAF-A377-45BDC5C3837F}" dt="2025-11-04T06:36:09.102" v="97" actId="478"/>
          <ac:spMkLst>
            <pc:docMk/>
            <pc:sldMk cId="771347366" sldId="256"/>
            <ac:spMk id="127" creationId="{8D71AEA4-E8EC-B76B-EE53-35382DDD2A1D}"/>
          </ac:spMkLst>
        </pc:spChg>
        <pc:spChg chg="mod">
          <ac:chgData name="지훈 서" userId="bb3001989588ccef" providerId="LiveId" clId="{00F41C4A-46A3-4EAF-A377-45BDC5C3837F}" dt="2025-11-04T06:33:26.949" v="45" actId="1076"/>
          <ac:spMkLst>
            <pc:docMk/>
            <pc:sldMk cId="771347366" sldId="256"/>
            <ac:spMk id="130" creationId="{6B6337A8-3A89-DA05-C54B-E9E566DE41D6}"/>
          </ac:spMkLst>
        </pc:spChg>
        <pc:spChg chg="mod">
          <ac:chgData name="지훈 서" userId="bb3001989588ccef" providerId="LiveId" clId="{00F41C4A-46A3-4EAF-A377-45BDC5C3837F}" dt="2025-11-04T06:32:36.922" v="31" actId="20577"/>
          <ac:spMkLst>
            <pc:docMk/>
            <pc:sldMk cId="771347366" sldId="256"/>
            <ac:spMk id="185" creationId="{67384401-6BDB-6C1A-505B-09FBF4E74A94}"/>
          </ac:spMkLst>
        </pc:spChg>
        <pc:spChg chg="mod">
          <ac:chgData name="지훈 서" userId="bb3001989588ccef" providerId="LiveId" clId="{00F41C4A-46A3-4EAF-A377-45BDC5C3837F}" dt="2025-11-04T06:37:54.841" v="102" actId="20577"/>
          <ac:spMkLst>
            <pc:docMk/>
            <pc:sldMk cId="771347366" sldId="256"/>
            <ac:spMk id="187" creationId="{73988CCC-55BE-F6E3-42FA-09EEFF42C70F}"/>
          </ac:spMkLst>
        </pc:spChg>
        <pc:picChg chg="add mod">
          <ac:chgData name="지훈 서" userId="bb3001989588ccef" providerId="LiveId" clId="{00F41C4A-46A3-4EAF-A377-45BDC5C3837F}" dt="2025-11-04T06:33:20.586" v="43" actId="14100"/>
          <ac:picMkLst>
            <pc:docMk/>
            <pc:sldMk cId="771347366" sldId="256"/>
            <ac:picMk id="8" creationId="{BE0BEFBC-1970-0F4A-8F76-F95FFEF1A860}"/>
          </ac:picMkLst>
        </pc:picChg>
        <pc:cxnChg chg="add mod">
          <ac:chgData name="지훈 서" userId="bb3001989588ccef" providerId="LiveId" clId="{00F41C4A-46A3-4EAF-A377-45BDC5C3837F}" dt="2025-11-04T06:35:40.393" v="88" actId="571"/>
          <ac:cxnSpMkLst>
            <pc:docMk/>
            <pc:sldMk cId="771347366" sldId="256"/>
            <ac:cxnSpMk id="23" creationId="{85E7AD8C-E22F-6C92-1CEA-FE15AC8CF086}"/>
          </ac:cxnSpMkLst>
        </pc:cxnChg>
        <pc:cxnChg chg="mod">
          <ac:chgData name="지훈 서" userId="bb3001989588ccef" providerId="LiveId" clId="{00F41C4A-46A3-4EAF-A377-45BDC5C3837F}" dt="2025-11-04T06:35:40.024" v="87" actId="1076"/>
          <ac:cxnSpMkLst>
            <pc:docMk/>
            <pc:sldMk cId="771347366" sldId="256"/>
            <ac:cxnSpMk id="180" creationId="{4D8E8597-0ED1-E04F-5AF9-7446167DD275}"/>
          </ac:cxnSpMkLst>
        </pc:cxnChg>
        <pc:cxnChg chg="mod">
          <ac:chgData name="지훈 서" userId="bb3001989588ccef" providerId="LiveId" clId="{00F41C4A-46A3-4EAF-A377-45BDC5C3837F}" dt="2025-11-04T06:35:37.168" v="84" actId="14100"/>
          <ac:cxnSpMkLst>
            <pc:docMk/>
            <pc:sldMk cId="771347366" sldId="256"/>
            <ac:cxnSpMk id="181" creationId="{3D1C0561-3257-EEA8-1775-54D134C3BEE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41521-F6EC-B138-012C-4AE1FC75D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5C8A18-1439-5928-6DEB-4F99480C9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0924E-A9B3-4F65-0C90-2ED843F9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877C0-80EF-E4D5-69D0-DDB36B35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7D4DC-6C0E-FEAC-6DAD-9201BAA08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0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8D7F8-89DD-BBD8-A2FB-A3F939A5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F2328-3B0E-540E-E276-5E60DC1F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1CCAF-32F3-CB79-2737-3120DF4F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481BE-0C02-4302-F6E6-11067F96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F8A3B4-61B8-D133-A9E5-4E42C249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5AA41-7AE9-54E2-891B-2A304032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D9F684-526B-AA73-DAC6-A9DE85A6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81591-9BD7-6922-E293-4159E4D3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0C157-494D-76FF-88A0-AE2A2828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892F9-574A-0F68-C396-60CAEB48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5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094BE-AEB2-25F5-7891-E7899E81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2F3F1-E2E0-EC95-1945-BAD09C6654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E8E8B2-63ED-E2B5-CF16-950606552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4ECBD1-B200-2883-7875-829F1BCCE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5AF37B-1CBA-1E8B-E0F3-544B5450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E013D5-0769-4C53-FF5F-60698807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0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B8F68-5C40-ECAC-6B9F-39B689F33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B57CB-3F1B-D77C-BB98-AEC8368E3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4FF9FC-8066-1257-FBCB-ECE60368E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5566BC-8913-8682-1C37-02875C9B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0B5433-8C16-60EB-7C71-CD1AACBDCF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EBF8B7-1B62-14C4-C807-4668F351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665568-B588-0443-9E62-073F22CA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26BFFC-D5AD-8C91-FD41-962E6AD9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70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D40A1-0CD9-B4A1-D111-AF6C6BDA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927789-49B0-9366-5C4F-37140BBD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CEFB32-2D9D-8B25-6CC9-3E5F1E16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6A04D4-D5CB-4F5B-EBB8-4EFD8AFD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3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8173F0-E311-A3FE-D754-5A838EEB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F4CD97-673E-6610-C629-A55036DC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A015EB-D860-B559-2C17-C5EA7A36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2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08F7C-1D32-7D9C-E484-83AD9043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EC937-92BF-4E32-28E3-CD020FF68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304E56-F452-EA7B-7B5F-0E6788C57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76EA4E-6018-909E-7FF3-B03A960A2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0B248-4926-2627-0693-F0F728F6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5693D5-D10D-60D8-7110-C2C08F46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2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3D065-9784-A943-F6A7-BB3E5FAEE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0574C9-2209-583B-F0B9-17B7FB3F1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520FC6-E317-CC14-7304-E5376850C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4C42A-09EB-9CB6-D2A9-A938B611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67795-1262-9220-3F95-5DBBCB4D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77934-4F8E-250F-788E-75170E2F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3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35E12-0376-2600-0541-32543B4E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6B0BA0-0B7C-8C38-3367-792D62DA7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8799A5-6896-03F9-D3FC-BC3C89EE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E2E318-9EA1-E50C-48ED-8046B8375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9C83A-52FF-0ED8-FA4D-D503F29D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0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CFEA26-DB29-5D11-9E53-79EDD4D8A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8D1040-B105-974F-484B-76831488B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88B30-12BC-365D-32C7-4B41955F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3BD55A-BDB1-8633-E7E7-8357B901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F92D48-EB0E-3A9F-D3F7-E978C735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81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FBCDD1-D376-2F43-0D08-35BE9FDF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899475-8E38-6BE4-CC11-A38E551B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CF532E-417E-8A93-A9B5-3A8BABE86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E2B09-FFC6-43C0-88C4-8D6F35BBB21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DEEDD6-9E11-2841-6589-67DE413A8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099B-F1CB-C0D3-5ECA-DA10D63679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3BBE9-ED2A-4EF8-AA09-AB43F52D9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4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스크린샷, 어둠, 흑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A9DEAC4-DA12-2024-A49D-2564EE85D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05" t="41160" r="45199" b="35942"/>
          <a:stretch/>
        </p:blipFill>
        <p:spPr>
          <a:xfrm>
            <a:off x="2361645" y="317723"/>
            <a:ext cx="3376546" cy="4409046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5942BED4-1CF0-FFBC-67AD-DF93D2A3B18E}"/>
              </a:ext>
            </a:extLst>
          </p:cNvPr>
          <p:cNvSpPr/>
          <p:nvPr/>
        </p:nvSpPr>
        <p:spPr>
          <a:xfrm>
            <a:off x="5303353" y="1848009"/>
            <a:ext cx="251515" cy="251515"/>
          </a:xfrm>
          <a:prstGeom prst="ellipse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9B15363-C2BA-DB8E-A5F6-3396985A6691}"/>
              </a:ext>
            </a:extLst>
          </p:cNvPr>
          <p:cNvSpPr/>
          <p:nvPr/>
        </p:nvSpPr>
        <p:spPr>
          <a:xfrm>
            <a:off x="5303353" y="2190909"/>
            <a:ext cx="251515" cy="251515"/>
          </a:xfrm>
          <a:prstGeom prst="ellipse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95136A6-4DC5-E82B-D7A2-015C049E905F}"/>
              </a:ext>
            </a:extLst>
          </p:cNvPr>
          <p:cNvSpPr/>
          <p:nvPr/>
        </p:nvSpPr>
        <p:spPr>
          <a:xfrm>
            <a:off x="5303353" y="2533809"/>
            <a:ext cx="251515" cy="251515"/>
          </a:xfrm>
          <a:prstGeom prst="ellipse">
            <a:avLst/>
          </a:prstGeom>
          <a:solidFill>
            <a:schemeClr val="bg1">
              <a:lumMod val="85000"/>
            </a:scheme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580D1B6-061B-DC56-A716-D78D94CED9B3}"/>
              </a:ext>
            </a:extLst>
          </p:cNvPr>
          <p:cNvSpPr/>
          <p:nvPr/>
        </p:nvSpPr>
        <p:spPr>
          <a:xfrm>
            <a:off x="5303353" y="2876709"/>
            <a:ext cx="251515" cy="251515"/>
          </a:xfrm>
          <a:prstGeom prst="ellipse">
            <a:avLst/>
          </a:prstGeom>
          <a:solidFill>
            <a:schemeClr val="bg2">
              <a:lumMod val="50000"/>
            </a:scheme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1AAC91-B1A7-140F-2C9A-2A226C02DAC4}"/>
              </a:ext>
            </a:extLst>
          </p:cNvPr>
          <p:cNvSpPr/>
          <p:nvPr/>
        </p:nvSpPr>
        <p:spPr>
          <a:xfrm>
            <a:off x="5303353" y="3221127"/>
            <a:ext cx="251515" cy="251515"/>
          </a:xfrm>
          <a:prstGeom prst="ellipse">
            <a:avLst/>
          </a:prstGeom>
          <a:solidFill>
            <a:schemeClr val="accent6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CC6B63B-A623-D362-80D7-1BA7BD6BC7A4}"/>
              </a:ext>
            </a:extLst>
          </p:cNvPr>
          <p:cNvSpPr/>
          <p:nvPr/>
        </p:nvSpPr>
        <p:spPr>
          <a:xfrm>
            <a:off x="2630003" y="1848009"/>
            <a:ext cx="251515" cy="251515"/>
          </a:xfrm>
          <a:prstGeom prst="ellipse">
            <a:avLst/>
          </a:prstGeom>
          <a:solidFill>
            <a:schemeClr val="tx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8EAF29B-5A14-0078-7DCA-2F4324339D8D}"/>
              </a:ext>
            </a:extLst>
          </p:cNvPr>
          <p:cNvSpPr/>
          <p:nvPr/>
        </p:nvSpPr>
        <p:spPr>
          <a:xfrm>
            <a:off x="2630003" y="2190909"/>
            <a:ext cx="251515" cy="251515"/>
          </a:xfrm>
          <a:prstGeom prst="ellipse">
            <a:avLst/>
          </a:prstGeom>
          <a:solidFill>
            <a:schemeClr val="accent6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D794C28-9903-BC1A-7645-BA9306F0EF24}"/>
              </a:ext>
            </a:extLst>
          </p:cNvPr>
          <p:cNvSpPr/>
          <p:nvPr/>
        </p:nvSpPr>
        <p:spPr>
          <a:xfrm>
            <a:off x="2630003" y="2533809"/>
            <a:ext cx="251515" cy="251515"/>
          </a:xfrm>
          <a:prstGeom prst="ellipse">
            <a:avLst/>
          </a:prstGeom>
          <a:solidFill>
            <a:schemeClr val="accent6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D92245E-5918-952F-CDFE-EFB05CFFD494}"/>
              </a:ext>
            </a:extLst>
          </p:cNvPr>
          <p:cNvSpPr/>
          <p:nvPr/>
        </p:nvSpPr>
        <p:spPr>
          <a:xfrm>
            <a:off x="2630003" y="2876709"/>
            <a:ext cx="251515" cy="251515"/>
          </a:xfrm>
          <a:prstGeom prst="ellipse">
            <a:avLst/>
          </a:prstGeom>
          <a:solidFill>
            <a:schemeClr val="accent6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65DA3F0-A6EF-509D-ACD2-9586AB237965}"/>
              </a:ext>
            </a:extLst>
          </p:cNvPr>
          <p:cNvSpPr/>
          <p:nvPr/>
        </p:nvSpPr>
        <p:spPr>
          <a:xfrm>
            <a:off x="2630003" y="3221127"/>
            <a:ext cx="251515" cy="251515"/>
          </a:xfrm>
          <a:prstGeom prst="ellipse">
            <a:avLst/>
          </a:prstGeom>
          <a:solidFill>
            <a:schemeClr val="bg2">
              <a:lumMod val="50000"/>
            </a:schemeClr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ADB24C7-1D14-C1EE-4BD2-AB35702EB683}"/>
              </a:ext>
            </a:extLst>
          </p:cNvPr>
          <p:cNvSpPr/>
          <p:nvPr/>
        </p:nvSpPr>
        <p:spPr>
          <a:xfrm>
            <a:off x="3118953" y="4326027"/>
            <a:ext cx="251515" cy="251515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2D836F5-F411-BC7A-AF91-91888C65CBA2}"/>
              </a:ext>
            </a:extLst>
          </p:cNvPr>
          <p:cNvSpPr/>
          <p:nvPr/>
        </p:nvSpPr>
        <p:spPr>
          <a:xfrm>
            <a:off x="3462268" y="4326027"/>
            <a:ext cx="251515" cy="251515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8469FD2-E8A2-B73B-ED06-322F079686BA}"/>
              </a:ext>
            </a:extLst>
          </p:cNvPr>
          <p:cNvSpPr/>
          <p:nvPr/>
        </p:nvSpPr>
        <p:spPr>
          <a:xfrm>
            <a:off x="3805583" y="4326027"/>
            <a:ext cx="251515" cy="251515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6E7D5A7-8391-1F96-6BF1-95AACD4CCB5F}"/>
              </a:ext>
            </a:extLst>
          </p:cNvPr>
          <p:cNvSpPr/>
          <p:nvPr/>
        </p:nvSpPr>
        <p:spPr>
          <a:xfrm>
            <a:off x="4148898" y="4326027"/>
            <a:ext cx="251515" cy="251515"/>
          </a:xfrm>
          <a:prstGeom prst="ellipse">
            <a:avLst/>
          </a:prstGeom>
          <a:solidFill>
            <a:schemeClr val="tx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C8A9615-039F-C7C6-6176-E50D68FFFEF5}"/>
              </a:ext>
            </a:extLst>
          </p:cNvPr>
          <p:cNvSpPr/>
          <p:nvPr/>
        </p:nvSpPr>
        <p:spPr>
          <a:xfrm>
            <a:off x="4492213" y="4326027"/>
            <a:ext cx="251515" cy="251515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0319AA2-FD91-E33E-9734-8E22C51EF6DF}"/>
              </a:ext>
            </a:extLst>
          </p:cNvPr>
          <p:cNvSpPr/>
          <p:nvPr/>
        </p:nvSpPr>
        <p:spPr>
          <a:xfrm>
            <a:off x="4835528" y="4326027"/>
            <a:ext cx="251515" cy="251515"/>
          </a:xfrm>
          <a:prstGeom prst="ellipse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CEB417-1BDB-EE24-DB34-1DFA9BAD7C0A}"/>
              </a:ext>
            </a:extLst>
          </p:cNvPr>
          <p:cNvSpPr/>
          <p:nvPr/>
        </p:nvSpPr>
        <p:spPr>
          <a:xfrm>
            <a:off x="5178843" y="4326027"/>
            <a:ext cx="251515" cy="251515"/>
          </a:xfrm>
          <a:prstGeom prst="ellipse">
            <a:avLst/>
          </a:prstGeom>
          <a:solidFill>
            <a:srgbClr val="FF000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A832C8-A2D1-DCA1-95DE-87E37251F05C}"/>
              </a:ext>
            </a:extLst>
          </p:cNvPr>
          <p:cNvSpPr/>
          <p:nvPr/>
        </p:nvSpPr>
        <p:spPr>
          <a:xfrm>
            <a:off x="643542" y="1505108"/>
            <a:ext cx="1308100" cy="5944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Ground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D43E07-F6DB-D10C-FA86-68455548E781}"/>
              </a:ext>
            </a:extLst>
          </p:cNvPr>
          <p:cNvSpPr/>
          <p:nvPr/>
        </p:nvSpPr>
        <p:spPr>
          <a:xfrm rot="5400000">
            <a:off x="3619357" y="5533626"/>
            <a:ext cx="1308100" cy="2515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54CA35-B66B-06DE-63BA-72B59B889943}"/>
              </a:ext>
            </a:extLst>
          </p:cNvPr>
          <p:cNvSpPr/>
          <p:nvPr/>
        </p:nvSpPr>
        <p:spPr>
          <a:xfrm rot="5400000">
            <a:off x="4649302" y="5533626"/>
            <a:ext cx="1308100" cy="25151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 3.3V 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73BA74D-9398-D3EA-CE70-26B171DB7757}"/>
              </a:ext>
            </a:extLst>
          </p:cNvPr>
          <p:cNvSpPr/>
          <p:nvPr/>
        </p:nvSpPr>
        <p:spPr>
          <a:xfrm>
            <a:off x="643542" y="2533532"/>
            <a:ext cx="1308100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Clock</a:t>
            </a:r>
            <a:endParaRPr lang="en-US" sz="14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F7030D-4ADB-AD1E-FE36-F42274DCB7CB}"/>
              </a:ext>
            </a:extLst>
          </p:cNvPr>
          <p:cNvSpPr/>
          <p:nvPr/>
        </p:nvSpPr>
        <p:spPr>
          <a:xfrm>
            <a:off x="643542" y="2876156"/>
            <a:ext cx="1308100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SPI Chip Select(n)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510AE7A-CB9F-3EA2-2BD9-B2EFDE1096DB}"/>
              </a:ext>
            </a:extLst>
          </p:cNvPr>
          <p:cNvSpPr/>
          <p:nvPr/>
        </p:nvSpPr>
        <p:spPr>
          <a:xfrm>
            <a:off x="643542" y="3218780"/>
            <a:ext cx="1308100" cy="2515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W6300 INT(n)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5D457D-0B4A-D4A1-2E43-6D1CE1ABF883}"/>
              </a:ext>
            </a:extLst>
          </p:cNvPr>
          <p:cNvSpPr/>
          <p:nvPr/>
        </p:nvSpPr>
        <p:spPr>
          <a:xfrm rot="5400000">
            <a:off x="2240162" y="5533627"/>
            <a:ext cx="1308100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Q3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FF94E83-54FB-A12F-C5C7-E58E59078E53}"/>
              </a:ext>
            </a:extLst>
          </p:cNvPr>
          <p:cNvSpPr/>
          <p:nvPr/>
        </p:nvSpPr>
        <p:spPr>
          <a:xfrm rot="5400000">
            <a:off x="2589412" y="5533628"/>
            <a:ext cx="1308100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A469654-3DAD-BDF9-75F3-DD1883803C5A}"/>
              </a:ext>
            </a:extLst>
          </p:cNvPr>
          <p:cNvSpPr/>
          <p:nvPr/>
        </p:nvSpPr>
        <p:spPr>
          <a:xfrm rot="5400000">
            <a:off x="2938661" y="5533627"/>
            <a:ext cx="1308098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Q1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1D7D90D-7CE7-193D-6971-14F034055E65}"/>
              </a:ext>
            </a:extLst>
          </p:cNvPr>
          <p:cNvSpPr/>
          <p:nvPr/>
        </p:nvSpPr>
        <p:spPr>
          <a:xfrm rot="5400000">
            <a:off x="3276041" y="5533629"/>
            <a:ext cx="1308098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Q0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70CF700-435F-F91E-2A01-5824A74AE195}"/>
              </a:ext>
            </a:extLst>
          </p:cNvPr>
          <p:cNvSpPr/>
          <p:nvPr/>
        </p:nvSpPr>
        <p:spPr>
          <a:xfrm rot="5400000">
            <a:off x="4300052" y="5533627"/>
            <a:ext cx="1308100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SPI Chip Select(n)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B5EF013-F385-7E15-DDB3-F9059C915BB8}"/>
              </a:ext>
            </a:extLst>
          </p:cNvPr>
          <p:cNvSpPr/>
          <p:nvPr/>
        </p:nvSpPr>
        <p:spPr>
          <a:xfrm rot="5400000">
            <a:off x="3968605" y="5533627"/>
            <a:ext cx="1308100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Clock</a:t>
            </a:r>
            <a:endParaRPr 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03DB6A4-004F-4C62-1824-8BE28F944D02}"/>
              </a:ext>
            </a:extLst>
          </p:cNvPr>
          <p:cNvSpPr/>
          <p:nvPr/>
        </p:nvSpPr>
        <p:spPr>
          <a:xfrm>
            <a:off x="6205884" y="1848008"/>
            <a:ext cx="1308100" cy="594414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DC 3.3V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CE3EBA-B8BC-8123-7C96-25F6B05A1046}"/>
              </a:ext>
            </a:extLst>
          </p:cNvPr>
          <p:cNvSpPr/>
          <p:nvPr/>
        </p:nvSpPr>
        <p:spPr>
          <a:xfrm>
            <a:off x="6205884" y="1505108"/>
            <a:ext cx="1308100" cy="25151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Ground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E07FE2-4E3C-4E9F-3055-1195B4B61669}"/>
              </a:ext>
            </a:extLst>
          </p:cNvPr>
          <p:cNvSpPr/>
          <p:nvPr/>
        </p:nvSpPr>
        <p:spPr>
          <a:xfrm>
            <a:off x="6205884" y="2533809"/>
            <a:ext cx="1308100" cy="2515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Not</a:t>
            </a:r>
            <a:r>
              <a:rPr lang="en-US" sz="12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Connected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C2C2C2D-E628-8CCF-A81A-F1E4860DE42C}"/>
              </a:ext>
            </a:extLst>
          </p:cNvPr>
          <p:cNvSpPr/>
          <p:nvPr/>
        </p:nvSpPr>
        <p:spPr>
          <a:xfrm>
            <a:off x="6205884" y="2876433"/>
            <a:ext cx="1308100" cy="2515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W6300 Reset(n)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A776207-28D1-5AB1-B1E4-12B901EDD307}"/>
              </a:ext>
            </a:extLst>
          </p:cNvPr>
          <p:cNvSpPr/>
          <p:nvPr/>
        </p:nvSpPr>
        <p:spPr>
          <a:xfrm>
            <a:off x="6205884" y="3219057"/>
            <a:ext cx="912052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MISO</a:t>
            </a:r>
            <a:endParaRPr lang="en-US" sz="1400" dirty="0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163C16E-1E66-4991-10BF-06BC0BF9A872}"/>
              </a:ext>
            </a:extLst>
          </p:cNvPr>
          <p:cNvSpPr/>
          <p:nvPr/>
        </p:nvSpPr>
        <p:spPr>
          <a:xfrm>
            <a:off x="7117936" y="3217883"/>
            <a:ext cx="858767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Q1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4BFFB980-D739-E09D-8A50-EE3C560C1C80}"/>
              </a:ext>
            </a:extLst>
          </p:cNvPr>
          <p:cNvCxnSpPr>
            <a:cxnSpLocks/>
          </p:cNvCxnSpPr>
          <p:nvPr/>
        </p:nvCxnSpPr>
        <p:spPr>
          <a:xfrm flipV="1">
            <a:off x="5583444" y="1629794"/>
            <a:ext cx="802480" cy="10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D0CB632F-CF54-B3D9-45B1-85D83BF9BFD5}"/>
              </a:ext>
            </a:extLst>
          </p:cNvPr>
          <p:cNvCxnSpPr>
            <a:cxnSpLocks/>
          </p:cNvCxnSpPr>
          <p:nvPr/>
        </p:nvCxnSpPr>
        <p:spPr>
          <a:xfrm>
            <a:off x="1904015" y="1630866"/>
            <a:ext cx="695067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CACBEBB5-50E7-9252-6630-1BC9A2DBCD7D}"/>
              </a:ext>
            </a:extLst>
          </p:cNvPr>
          <p:cNvCxnSpPr>
            <a:cxnSpLocks/>
          </p:cNvCxnSpPr>
          <p:nvPr/>
        </p:nvCxnSpPr>
        <p:spPr>
          <a:xfrm>
            <a:off x="1904015" y="1973766"/>
            <a:ext cx="695067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DF225B38-930C-7FA1-C90F-D84D8BBA5099}"/>
              </a:ext>
            </a:extLst>
          </p:cNvPr>
          <p:cNvCxnSpPr>
            <a:cxnSpLocks/>
          </p:cNvCxnSpPr>
          <p:nvPr/>
        </p:nvCxnSpPr>
        <p:spPr>
          <a:xfrm>
            <a:off x="5583444" y="1984383"/>
            <a:ext cx="752958" cy="0"/>
          </a:xfrm>
          <a:prstGeom prst="line">
            <a:avLst/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7F17DC62-1DAA-F1AF-DD04-1547C8D7495A}"/>
              </a:ext>
            </a:extLst>
          </p:cNvPr>
          <p:cNvCxnSpPr>
            <a:cxnSpLocks/>
          </p:cNvCxnSpPr>
          <p:nvPr/>
        </p:nvCxnSpPr>
        <p:spPr>
          <a:xfrm>
            <a:off x="5583444" y="2316664"/>
            <a:ext cx="692149" cy="0"/>
          </a:xfrm>
          <a:prstGeom prst="line">
            <a:avLst/>
          </a:prstGeom>
          <a:ln w="762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F7D6DB3E-0C27-BB24-676F-4B0F2A32845E}"/>
              </a:ext>
            </a:extLst>
          </p:cNvPr>
          <p:cNvCxnSpPr>
            <a:cxnSpLocks/>
          </p:cNvCxnSpPr>
          <p:nvPr/>
        </p:nvCxnSpPr>
        <p:spPr>
          <a:xfrm>
            <a:off x="5583444" y="3001914"/>
            <a:ext cx="752958" cy="0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4D8E8597-0ED1-E04F-5AF9-7446167DD275}"/>
              </a:ext>
            </a:extLst>
          </p:cNvPr>
          <p:cNvCxnSpPr>
            <a:cxnSpLocks/>
          </p:cNvCxnSpPr>
          <p:nvPr/>
        </p:nvCxnSpPr>
        <p:spPr>
          <a:xfrm>
            <a:off x="5583444" y="3349036"/>
            <a:ext cx="654843" cy="0"/>
          </a:xfrm>
          <a:prstGeom prst="line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C2F7B175-0C6E-353E-F433-F546170A007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937353" y="3344538"/>
            <a:ext cx="692650" cy="2347"/>
          </a:xfrm>
          <a:prstGeom prst="line">
            <a:avLst/>
          </a:prstGeom>
          <a:ln w="76200">
            <a:solidFill>
              <a:schemeClr val="bg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7384401-6BDB-6C1A-505B-09FBF4E74A94}"/>
              </a:ext>
            </a:extLst>
          </p:cNvPr>
          <p:cNvSpPr/>
          <p:nvPr/>
        </p:nvSpPr>
        <p:spPr>
          <a:xfrm>
            <a:off x="1039590" y="2189733"/>
            <a:ext cx="912052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MOSI</a:t>
            </a:r>
            <a:endParaRPr lang="en-US" sz="1400" dirty="0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73988CCC-55BE-F6E3-42FA-09EEFF42C70F}"/>
              </a:ext>
            </a:extLst>
          </p:cNvPr>
          <p:cNvSpPr/>
          <p:nvPr/>
        </p:nvSpPr>
        <p:spPr>
          <a:xfrm>
            <a:off x="179994" y="2189732"/>
            <a:ext cx="860425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Q0</a:t>
            </a:r>
          </a:p>
        </p:txBody>
      </p: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3D1C0561-3257-EEA8-1775-54D134C3BEE5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937353" y="2315491"/>
            <a:ext cx="692650" cy="1176"/>
          </a:xfrm>
          <a:prstGeom prst="line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2FDBFA52-1ED2-C4CF-613F-E96C8146756C}"/>
              </a:ext>
            </a:extLst>
          </p:cNvPr>
          <p:cNvCxnSpPr>
            <a:cxnSpLocks/>
          </p:cNvCxnSpPr>
          <p:nvPr/>
        </p:nvCxnSpPr>
        <p:spPr>
          <a:xfrm flipV="1">
            <a:off x="2885093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2505DDD-521C-8897-6C9D-0AF2F9578A78}"/>
              </a:ext>
            </a:extLst>
          </p:cNvPr>
          <p:cNvSpPr/>
          <p:nvPr/>
        </p:nvSpPr>
        <p:spPr>
          <a:xfrm>
            <a:off x="2627658" y="1498640"/>
            <a:ext cx="251514" cy="257962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8009314-279D-50BB-416E-6B939F6899A6}"/>
              </a:ext>
            </a:extLst>
          </p:cNvPr>
          <p:cNvSpPr/>
          <p:nvPr/>
        </p:nvSpPr>
        <p:spPr>
          <a:xfrm>
            <a:off x="5312527" y="1498640"/>
            <a:ext cx="251514" cy="257962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642F50D-11BD-51A1-FD7F-BE03F3C8F237}"/>
              </a:ext>
            </a:extLst>
          </p:cNvPr>
          <p:cNvSpPr/>
          <p:nvPr/>
        </p:nvSpPr>
        <p:spPr>
          <a:xfrm>
            <a:off x="2768454" y="4319534"/>
            <a:ext cx="251514" cy="257962"/>
          </a:xfrm>
          <a:prstGeom prst="roundRect">
            <a:avLst/>
          </a:prstGeom>
          <a:solidFill>
            <a:srgbClr val="00B0F0"/>
          </a:soli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AD5A58C-4476-C181-F5D0-5C575E47E082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2125235" y="1175936"/>
            <a:ext cx="400683" cy="261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304400D-932D-CD3B-116D-26C327CB99B4}"/>
              </a:ext>
            </a:extLst>
          </p:cNvPr>
          <p:cNvSpPr txBox="1"/>
          <p:nvPr/>
        </p:nvSpPr>
        <p:spPr>
          <a:xfrm>
            <a:off x="1667417" y="80660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J1  Pin1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3625D2-DAA3-CD9E-B160-E8D3DE4750FA}"/>
              </a:ext>
            </a:extLst>
          </p:cNvPr>
          <p:cNvSpPr txBox="1"/>
          <p:nvPr/>
        </p:nvSpPr>
        <p:spPr>
          <a:xfrm>
            <a:off x="5738003" y="80660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J2  Pin1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89F62CF-69C1-08C3-2074-70B33A8B7092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627258" y="1175936"/>
            <a:ext cx="568563" cy="299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9FBD0AC-04B5-8FD4-2D96-462A631DF907}"/>
              </a:ext>
            </a:extLst>
          </p:cNvPr>
          <p:cNvSpPr txBox="1"/>
          <p:nvPr/>
        </p:nvSpPr>
        <p:spPr>
          <a:xfrm>
            <a:off x="1856212" y="489747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J3  Pin1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5EEB3ABA-274E-19D0-2864-018E1270669B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2314030" y="4645388"/>
            <a:ext cx="410008" cy="252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F0F4E6C-2FAC-8E01-16B7-A375D51B043E}"/>
              </a:ext>
            </a:extLst>
          </p:cNvPr>
          <p:cNvSpPr/>
          <p:nvPr/>
        </p:nvSpPr>
        <p:spPr>
          <a:xfrm>
            <a:off x="5974600" y="4792475"/>
            <a:ext cx="1306849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MOSI</a:t>
            </a:r>
            <a:endParaRPr lang="en-US" sz="1400" dirty="0"/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4564CCFF-61EC-72E9-6ACC-48F27FB6693C}"/>
              </a:ext>
            </a:extLst>
          </p:cNvPr>
          <p:cNvCxnSpPr>
            <a:cxnSpLocks/>
          </p:cNvCxnSpPr>
          <p:nvPr/>
        </p:nvCxnSpPr>
        <p:spPr>
          <a:xfrm>
            <a:off x="1937353" y="2657215"/>
            <a:ext cx="692650" cy="1176"/>
          </a:xfrm>
          <a:prstGeom prst="line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DD5D6598-09A7-8DCA-F61B-D92BE78099E3}"/>
              </a:ext>
            </a:extLst>
          </p:cNvPr>
          <p:cNvCxnSpPr>
            <a:cxnSpLocks/>
          </p:cNvCxnSpPr>
          <p:nvPr/>
        </p:nvCxnSpPr>
        <p:spPr>
          <a:xfrm>
            <a:off x="1937353" y="2994593"/>
            <a:ext cx="692650" cy="1176"/>
          </a:xfrm>
          <a:prstGeom prst="line">
            <a:avLst/>
          </a:prstGeom>
          <a:ln w="762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A44245F7-A3E3-1A3E-867C-3F19CE163A26}"/>
              </a:ext>
            </a:extLst>
          </p:cNvPr>
          <p:cNvSpPr txBox="1"/>
          <p:nvPr/>
        </p:nvSpPr>
        <p:spPr>
          <a:xfrm>
            <a:off x="7284888" y="4718833"/>
            <a:ext cx="2998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SPI Master Output Slave Input</a:t>
            </a:r>
            <a:endParaRPr lang="en-US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5326F6E7-EE2D-80D8-5408-3D6566F70F94}"/>
              </a:ext>
            </a:extLst>
          </p:cNvPr>
          <p:cNvSpPr/>
          <p:nvPr/>
        </p:nvSpPr>
        <p:spPr>
          <a:xfrm>
            <a:off x="5974600" y="4449851"/>
            <a:ext cx="1306849" cy="25151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</a:t>
            </a:r>
            <a:r>
              <a:rPr lang="ko-KR" altLang="en-US" sz="1400" dirty="0"/>
              <a:t> </a:t>
            </a:r>
            <a:r>
              <a:rPr lang="en-US" altLang="ko-KR" sz="1400" dirty="0"/>
              <a:t>MISO</a:t>
            </a:r>
            <a:endParaRPr lang="en-US" sz="14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26F6FF9-C6AD-E6C6-0A2E-73907679C7FB}"/>
              </a:ext>
            </a:extLst>
          </p:cNvPr>
          <p:cNvSpPr txBox="1"/>
          <p:nvPr/>
        </p:nvSpPr>
        <p:spPr>
          <a:xfrm>
            <a:off x="7284888" y="4389493"/>
            <a:ext cx="3050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SPI Master Input Slave Output </a:t>
            </a:r>
            <a:endParaRPr lang="en-US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7950B94C-0693-8170-D7FC-517E5C6F096D}"/>
              </a:ext>
            </a:extLst>
          </p:cNvPr>
          <p:cNvSpPr/>
          <p:nvPr/>
        </p:nvSpPr>
        <p:spPr>
          <a:xfrm>
            <a:off x="5975533" y="5107082"/>
            <a:ext cx="1308100" cy="25151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QSPI Q1~3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42943BE-568C-943D-668C-D7BE7AFFBBCD}"/>
              </a:ext>
            </a:extLst>
          </p:cNvPr>
          <p:cNvSpPr txBox="1"/>
          <p:nvPr/>
        </p:nvSpPr>
        <p:spPr>
          <a:xfrm>
            <a:off x="7283633" y="5048173"/>
            <a:ext cx="2024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-apple-system"/>
              </a:rPr>
              <a:t>Quad SPI Data 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Line</a:t>
            </a:r>
            <a:endParaRPr lang="en-US" dirty="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4EF71F3-ADAA-6DBD-9E0E-FC4F4E609DFF}"/>
              </a:ext>
            </a:extLst>
          </p:cNvPr>
          <p:cNvSpPr/>
          <p:nvPr/>
        </p:nvSpPr>
        <p:spPr>
          <a:xfrm>
            <a:off x="5974601" y="5427923"/>
            <a:ext cx="1308100" cy="2515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W6300 INT(n)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B6337A8-3A89-DA05-C54B-E9E566DE41D6}"/>
              </a:ext>
            </a:extLst>
          </p:cNvPr>
          <p:cNvSpPr txBox="1"/>
          <p:nvPr/>
        </p:nvSpPr>
        <p:spPr>
          <a:xfrm>
            <a:off x="7282701" y="5367527"/>
            <a:ext cx="3039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-apple-system"/>
              </a:rPr>
              <a:t>W6300 Interrupt : Low activity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DF3634B-CE15-F58C-250C-DC86755F1DDE}"/>
              </a:ext>
            </a:extLst>
          </p:cNvPr>
          <p:cNvSpPr/>
          <p:nvPr/>
        </p:nvSpPr>
        <p:spPr>
          <a:xfrm>
            <a:off x="5974601" y="5757263"/>
            <a:ext cx="1308100" cy="2515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W6300 Reset(n)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10CDA6B-9144-3EC2-9507-73BD1201763C}"/>
              </a:ext>
            </a:extLst>
          </p:cNvPr>
          <p:cNvSpPr txBox="1"/>
          <p:nvPr/>
        </p:nvSpPr>
        <p:spPr>
          <a:xfrm>
            <a:off x="7282701" y="5696867"/>
            <a:ext cx="2709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-apple-system"/>
              </a:rPr>
              <a:t>W6300 Reset : Low activity</a:t>
            </a: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A4D940E-B6CA-5FB4-4F0A-600644ACB33E}"/>
              </a:ext>
            </a:extLst>
          </p:cNvPr>
          <p:cNvCxnSpPr>
            <a:cxnSpLocks/>
          </p:cNvCxnSpPr>
          <p:nvPr/>
        </p:nvCxnSpPr>
        <p:spPr>
          <a:xfrm>
            <a:off x="5583444" y="2659567"/>
            <a:ext cx="667685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C1FAA8A-36F8-9ABE-5E51-039092F2207D}"/>
              </a:ext>
            </a:extLst>
          </p:cNvPr>
          <p:cNvCxnSpPr>
            <a:cxnSpLocks/>
          </p:cNvCxnSpPr>
          <p:nvPr/>
        </p:nvCxnSpPr>
        <p:spPr>
          <a:xfrm flipV="1">
            <a:off x="3236901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AD3796A6-4F83-E155-0ED1-55DE1DC9611C}"/>
              </a:ext>
            </a:extLst>
          </p:cNvPr>
          <p:cNvCxnSpPr>
            <a:cxnSpLocks/>
          </p:cNvCxnSpPr>
          <p:nvPr/>
        </p:nvCxnSpPr>
        <p:spPr>
          <a:xfrm flipV="1">
            <a:off x="3588896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164C4A20-4371-ECB0-49F2-6127CDB0FCA7}"/>
              </a:ext>
            </a:extLst>
          </p:cNvPr>
          <p:cNvCxnSpPr>
            <a:cxnSpLocks/>
          </p:cNvCxnSpPr>
          <p:nvPr/>
        </p:nvCxnSpPr>
        <p:spPr>
          <a:xfrm flipV="1">
            <a:off x="3920168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87EF8DEA-5CB8-F6AE-D73D-9BF7EEBA7C60}"/>
              </a:ext>
            </a:extLst>
          </p:cNvPr>
          <p:cNvCxnSpPr>
            <a:cxnSpLocks/>
          </p:cNvCxnSpPr>
          <p:nvPr/>
        </p:nvCxnSpPr>
        <p:spPr>
          <a:xfrm flipV="1">
            <a:off x="4271976" y="4616083"/>
            <a:ext cx="1249" cy="40160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C11878DC-57DD-A6C0-80D4-58B77E05D665}"/>
              </a:ext>
            </a:extLst>
          </p:cNvPr>
          <p:cNvCxnSpPr>
            <a:cxnSpLocks/>
          </p:cNvCxnSpPr>
          <p:nvPr/>
        </p:nvCxnSpPr>
        <p:spPr>
          <a:xfrm flipV="1">
            <a:off x="4623971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1745ECCA-350B-FEF7-C49D-C16EEE1E3154}"/>
              </a:ext>
            </a:extLst>
          </p:cNvPr>
          <p:cNvCxnSpPr>
            <a:cxnSpLocks/>
          </p:cNvCxnSpPr>
          <p:nvPr/>
        </p:nvCxnSpPr>
        <p:spPr>
          <a:xfrm flipV="1">
            <a:off x="4961285" y="4616083"/>
            <a:ext cx="1249" cy="401602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388F562E-7907-DA28-5294-265B3E1C53A5}"/>
              </a:ext>
            </a:extLst>
          </p:cNvPr>
          <p:cNvCxnSpPr>
            <a:cxnSpLocks/>
          </p:cNvCxnSpPr>
          <p:nvPr/>
        </p:nvCxnSpPr>
        <p:spPr>
          <a:xfrm flipV="1">
            <a:off x="5299538" y="4616083"/>
            <a:ext cx="1249" cy="401602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F393E1-6E33-021B-2DAE-68A5DE38C91F}"/>
              </a:ext>
            </a:extLst>
          </p:cNvPr>
          <p:cNvSpPr txBox="1"/>
          <p:nvPr/>
        </p:nvSpPr>
        <p:spPr>
          <a:xfrm>
            <a:off x="5303352" y="8611"/>
            <a:ext cx="321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WIZ630io Rev1.1</a:t>
            </a:r>
          </a:p>
        </p:txBody>
      </p:sp>
      <p:pic>
        <p:nvPicPr>
          <p:cNvPr id="8" name="그림 7" descr="텍스트, 스크린샷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0BEFBC-1970-0F4A-8F76-F95FFEF1A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339" y="1350994"/>
            <a:ext cx="2836475" cy="1755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C7E100-658D-1FD4-8F9C-B1A02683B204}"/>
              </a:ext>
            </a:extLst>
          </p:cNvPr>
          <p:cNvSpPr txBox="1"/>
          <p:nvPr/>
        </p:nvSpPr>
        <p:spPr>
          <a:xfrm>
            <a:off x="9762578" y="1068036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WIZ850io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141F81-8B47-EEFA-796D-0809BEE79967}"/>
              </a:ext>
            </a:extLst>
          </p:cNvPr>
          <p:cNvSpPr txBox="1"/>
          <p:nvPr/>
        </p:nvSpPr>
        <p:spPr>
          <a:xfrm>
            <a:off x="8497681" y="3217883"/>
            <a:ext cx="36343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pin maps on the left and right are the same as other IO modules of </a:t>
            </a:r>
            <a:r>
              <a:rPr lang="en-US" dirty="0" err="1"/>
              <a:t>Wiznet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134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118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-apple-system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</dc:creator>
  <cp:lastModifiedBy>bruno</cp:lastModifiedBy>
  <cp:revision>1</cp:revision>
  <dcterms:created xsi:type="dcterms:W3CDTF">2025-05-21T04:53:04Z</dcterms:created>
  <dcterms:modified xsi:type="dcterms:W3CDTF">2025-11-04T06:40:20Z</dcterms:modified>
</cp:coreProperties>
</file>